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5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0D59A-82EA-B8EE-D78A-72D74DF7A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C316B-7E05-0BE7-0BB1-484BB9DDE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EACA6-AFCD-DBA2-1032-926F9200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97767-34B2-1C95-0AE6-C7E21F79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31625-C16B-2D31-5277-81A8875A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B66D-B7DF-88F0-85E5-76B6FC43D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8ADC-429A-CD0B-B60B-0CF981FBA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F1F53-D410-38B9-1078-BCCE4169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238DC-1E99-DC22-D1B6-EF71CDAC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FEE94-7EF1-A7FD-8944-31E098A0F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7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08B4-4255-E722-A7FF-D95F00F8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84D90-1EA0-C2D2-694B-00403273E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8D26B-A631-422B-800C-AD724ED1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54D3F-88D2-C15E-76F4-525F81DC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E2DA-ADCA-486F-0123-23B5A0ED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8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914A8-C588-11ED-80A7-CC2EB16C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0ED4E-A473-CB7A-F5A7-F6BE8B998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C441C-51F9-6ED3-02DC-44630E18C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D9F12-D0E2-5499-D85B-111DDB5C4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FE42E-7179-B3D2-EA05-87096401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E394C-6EC7-5BE7-2690-2688021D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89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CB9A-A7FC-CE73-58D8-7BCA4C20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6449-59E7-3A6C-4B15-FDCF9723F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02013-476C-085B-AECC-BB9098186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F0423-DEEF-84A3-C0F3-911FF31F3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84500-532E-D5C7-0D8D-DD7F6FE5D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76FD0-281A-7971-8A31-FBD8835CC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D7CA6E-3C5F-11A8-9B3D-2CBA3BDC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47F2D-CD31-0DE6-1789-28B4A7AB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6FADA-D123-641C-9429-E1C3C7A5D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58756-8F2F-69BF-B812-2380570CE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2787A-7EF5-1EAF-F08E-D88045DA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36B7E-3E36-9AE4-1837-1736EF81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03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C07E80-AA76-1AC8-ADE8-56D7D8814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DFDAC-DAF7-E334-C4B7-83B470DB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1F0AD-59F0-F003-D81B-404555C1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7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1412-0204-D5C9-F622-102A55EE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6DA01-BB52-4465-D702-98DA36944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24D23-F305-00B4-CB26-C9CB34AF4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170BA-0903-EF49-AE72-25290AC6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D1A3E-0F9B-738E-1139-B7851B680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59076-86DD-4C51-EEC0-0F7F1E1F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8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9F4E4-C7E8-0B93-AF64-EA2CDA4E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C09159-799B-E52D-F206-26EF4ABC21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BA0D3-FBA0-B4D9-F545-BA0CA2C00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83405-26C1-052C-1D9E-FB82FC2A8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76D58-CEE0-AD31-444A-A7B384BE5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F40A2-B138-7885-760F-4D1B373C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5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3E174-1539-2943-C82E-0D72C806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8FA8D-BC87-439F-0C49-2724C1CE8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0C582-48B4-8E66-4C0C-59047D68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55B45-6097-20E6-0EDE-479E981F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97E7C-B723-0F8F-2119-E797A056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5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5D7B0-D073-C255-09ED-3BA394D28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4DD8B-A47F-B6D9-48B2-967E0577E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44340-6445-6026-F23E-E0EAAF6D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528B9-413F-15C8-110E-0E2DE68F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42C26-D3CD-B274-68B1-794105A7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79F98E-C88C-FBD9-DDE7-BB30B6E70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8C13C-F10C-9F79-40E8-D3A14EA4D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DBFC8-C0AE-6D2E-B506-871D7CF0B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C3093-5D30-4E62-AC51-1D9CB1C68C3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59B94-C002-EF33-9D6D-525F432C6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9EE1-4858-6863-3FD1-71779672A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45025-ECC3-4FC3-945D-F252ABB90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FA6A8-7132-0277-B74B-5A4CE3DC9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56338-B828-1BB0-E57F-56468B9BCD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15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621BD-975A-0400-FCC6-0F5C79C3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54B40-FF92-A2DD-8FF2-96EAD9B04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2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E48F-AB43-5178-D204-3191C354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1B954-1B8B-BABF-817F-0625567EB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Many people misinterpret symptoms and delay medical consultation because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information is scattered and unreliable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system that :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symptoms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symptoms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 description about diseases and precautions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severity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medicines safely</a:t>
            </a:r>
          </a:p>
        </p:txBody>
      </p:sp>
    </p:spTree>
    <p:extLst>
      <p:ext uri="{BB962C8B-B14F-4D97-AF65-F5344CB8AC3E}">
        <p14:creationId xmlns:p14="http://schemas.microsoft.com/office/powerpoint/2010/main" val="4048731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E962-0224-2FB6-FAC6-06310575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36C12-6059-039A-70A9-9A3B8DCC8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healthcare assistant that :</a:t>
            </a:r>
            <a:endParaRPr lang="en-US" dirty="0"/>
          </a:p>
          <a:p>
            <a:pPr marL="742950" lvl="1" indent="-28575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multiple symptoms as input</a:t>
            </a:r>
          </a:p>
          <a:p>
            <a:pPr marL="742950" lvl="1" indent="-28575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possible disease</a:t>
            </a:r>
          </a:p>
          <a:p>
            <a:pPr marL="742950" lvl="1" indent="-28575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severity and risk level</a:t>
            </a:r>
          </a:p>
          <a:p>
            <a:pPr marL="742950" lvl="1" indent="-28575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disease description and precautions</a:t>
            </a:r>
          </a:p>
          <a:p>
            <a:pPr marL="742950" lvl="1" indent="-28575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suitable medicines with substitutes</a:t>
            </a:r>
          </a:p>
        </p:txBody>
      </p:sp>
    </p:spTree>
    <p:extLst>
      <p:ext uri="{BB962C8B-B14F-4D97-AF65-F5344CB8AC3E}">
        <p14:creationId xmlns:p14="http://schemas.microsoft.com/office/powerpoint/2010/main" val="88554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1F8F-7CBB-AE9E-EDC4-70E56DA93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C426A-EB1D-7BB3-5205-CD4A3ACF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symptoms (multi-select search)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predicts disease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scoring engine evaluates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shows: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details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Precautions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suggestions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602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A2A8-923C-D1EF-D254-1901E265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3285AF-84BA-9DD6-82C6-A9C6597588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4060" y="1724854"/>
            <a:ext cx="745766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(Web Interface)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(Classification)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41439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Problem statement</vt:lpstr>
      <vt:lpstr>Proposed System</vt:lpstr>
      <vt:lpstr>System Overview</vt:lpstr>
      <vt:lpstr>Technologies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rafkhanb0@gmail.com</dc:creator>
  <cp:lastModifiedBy>rafkhanb0@gmail.com</cp:lastModifiedBy>
  <cp:revision>1</cp:revision>
  <dcterms:created xsi:type="dcterms:W3CDTF">2026-01-12T14:25:18Z</dcterms:created>
  <dcterms:modified xsi:type="dcterms:W3CDTF">2026-01-12T14:25:58Z</dcterms:modified>
</cp:coreProperties>
</file>